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625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3142"/>
            <a:ext cx="542108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— Flight Delay Prediction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39" y="1965960"/>
            <a:ext cx="53361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Studies &amp; Improvement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AlaguVishaal Balaji  |  ZDA24B036  |  IITMZ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Machine Learning  |  Due: 15 June 2025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80467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Comparison vs 2 published studies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95928"/>
            <a:ext cx="80467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" y="39959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Improvement: K-center greedy coreset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71416"/>
            <a:ext cx="80467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85800" y="44714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Statistical significance — error bars (5 seeds)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0A9E3B-D10E-E30A-EAF1-D5B98508E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543" y="763524"/>
            <a:ext cx="2318657" cy="2318657"/>
          </a:xfrm>
          <a:prstGeom prst="roundRect">
            <a:avLst>
              <a:gd name="adj" fmla="val 605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Comparison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4572000" cy="285292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AlBassam et al.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+ Oversampling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Grinsztajn NeurIPS'22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(avg, 45 dsets)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— 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— MLP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(128→64)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— MLP+PCA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+ PCA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 0" descr="/mnt/user-data/outputs/d3_literature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960120"/>
            <a:ext cx="3657600" cy="2560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502920" y="3794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best model (MLP+PCA) beats AlBassam et al. 2025 by +0.086 AUC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≈ MLP (both 0.955) confirms Grinsztajn et al. NeurIPS 2022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attributed to: weather features + larger 2023 dataset + airport/airline encoding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— K-Center Greedy Coreset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random sampling, k-center iteratively picks the point farthest from all already-selected centres — guaranteeing maximal feature space coverage with a small subset.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3E5F5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5k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−0.003 vs full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9184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K-center 5k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1762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0.9678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+0.019 vs full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3F0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762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0.9484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pic>
        <p:nvPicPr>
          <p:cNvPr id="18" name="Image 0" descr="/mnt/user-data/outputs/d3_kcenter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3337560"/>
            <a:ext cx="5303520" cy="15544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806440" y="333756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FFF8E1"/>
          </a:solidFill>
          <a:ln w="127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897880" y="33832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higher AUC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full training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diversity &gt;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— Error Bars (5 Seeds)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512064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456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± 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0.9378 ± 0.0020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0.9463 ± 0.0018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(128→64)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0.9470 ± 0.0025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Image 0" descr="/mnt/user-data/outputs/d3_error_ba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960120"/>
            <a:ext cx="320040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384048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50292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show std &lt; 0.003 — results are stable across different seeds and data splits.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K-center improvement (+0.022 AUC) is well above the noise floor (±0.002).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tested: 42, 123, 456, 789, 999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D4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F8FA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881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Beat published benchmark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MLP+PCA (AUC 0.956) outperforms AlBassam et al. 2025 by +0.086 AUC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F8FA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19842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RF ≈ MLP confirmed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achieve AUC 0.955 — consistent with Grinsztajn et al. NeurIPS 2022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43784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F8FA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K-center coreset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rows (5% of data) → AUC 0.9678, exceeds full-data training (0.9484)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39896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F8FA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2920" y="37764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Stable results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05993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&lt; 0.003 across all models over 5 random seeds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1051560"/>
            <a:ext cx="2286000" cy="3520440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537960" y="11155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8–10 page final report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0848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D1–D3 results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61518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tables + figures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1455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discussion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6758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Due: 20 June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423</Words>
  <Application>Microsoft Office PowerPoint</Application>
  <PresentationFormat>On-screen Show (16:9)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 — Flight Delay Prediction</dc:title>
  <dc:subject>PptxGenJS Presentation</dc:subject>
  <dc:creator>PptxGenJS</dc:creator>
  <cp:lastModifiedBy>Alagu Vishaal Balaji</cp:lastModifiedBy>
  <cp:revision>2</cp:revision>
  <dcterms:created xsi:type="dcterms:W3CDTF">2026-06-12T08:25:07Z</dcterms:created>
  <dcterms:modified xsi:type="dcterms:W3CDTF">2026-06-13T16:19:37Z</dcterms:modified>
</cp:coreProperties>
</file>